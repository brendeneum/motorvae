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ADE1C-28D3-E19E-4CFB-A2E217A4D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3292B-98E1-2DE4-1E73-D18B4A142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06C1B-BE90-5A16-802E-9B410A1DC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C54DB-685D-DF4A-BB3B-317557AE18D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A2144-F7D3-76B2-CCC8-0114ABF8D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2AF37-5DD8-5CCB-8B3E-8183FFF32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686B-6F42-CF44-A163-6AD3DDF1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5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661A1-6BC6-4D5C-88E6-DDDA2BA19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82F22-22C5-CDB1-7BC2-F7B7D3F2A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D6B92-1981-BA8B-7200-9582F388A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C54DB-685D-DF4A-BB3B-317557AE18D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9167E-E746-5090-6FCF-53BE3831E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D4192-2B6F-1915-828F-D3DB195A1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686B-6F42-CF44-A163-6AD3DDF1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5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30868-72CD-C1FF-9B61-F2960D82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FA09C-D0D9-2693-2413-383114A97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5C897-784E-B372-F740-92335033F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C54DB-685D-DF4A-BB3B-317557AE18D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10932-649C-7C4A-55E0-ACF539744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5E0A5-9E69-B770-105A-4E11D274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686B-6F42-CF44-A163-6AD3DDF1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80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987C0-603B-E4F0-42B2-05CF9658E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3B49D-5FC2-7478-CBD4-D81E12B37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644AD-05B7-E2F6-D72E-B43C4798E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C0A3B-8181-C419-8520-C703DA761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C54DB-685D-DF4A-BB3B-317557AE18D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0361-31C1-0F19-7247-1A3B6DAE4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2B9A2-F9E2-3AE1-A7B3-7EE911AB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686B-6F42-CF44-A163-6AD3DDF1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8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8010B-97BC-312D-CA78-5E733A5C3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76BC7-121A-3A68-CA32-C616563AE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EF817-5538-0C51-2F02-51D1E2C6D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438C95-DF23-0006-1CB7-C050702D6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0AA567-4AC6-BE10-60E4-686917392C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990D2B-812D-A552-781F-03975B9FE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C54DB-685D-DF4A-BB3B-317557AE18D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E7A928-FC45-A725-304E-9D7CE405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D078C1-1EBF-3027-7614-99F5CCF2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686B-6F42-CF44-A163-6AD3DDF1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06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900F6-8C08-448C-5C57-BD50F4D42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0F30E5-AAD3-62C0-EE89-60A9B4B77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C54DB-685D-DF4A-BB3B-317557AE18D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F620A7-BFF3-4786-9E76-6C6F29F6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5D62C-5402-58E6-4890-A99A249C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686B-6F42-CF44-A163-6AD3DDF1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00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246AC2-5854-3A21-95F5-200258580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C54DB-685D-DF4A-BB3B-317557AE18D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57047D-775E-9874-8BCB-C519A37C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426BF-6821-7985-091E-6DF3889EB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686B-6F42-CF44-A163-6AD3DDF1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456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A68C0-5884-04CF-0C47-D8D17C371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A1F91-80B1-C8B2-0E7E-33872C064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EE827-8A44-508E-4ACE-C95F2B11D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CFE1B-E658-3D56-4450-EEFD7661A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C54DB-685D-DF4A-BB3B-317557AE18D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38398-999A-255D-9AB4-04E546684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67689C-C8D6-02D4-209D-1C14CC917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686B-6F42-CF44-A163-6AD3DDF1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89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414FE-C74E-3D7C-E872-3EB90E618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8F1993-41D6-71BD-81F1-792C30A26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214FE-9BD3-D32C-0E88-9F43D3FE7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8B273-5B81-F37E-5572-27B75303E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C54DB-685D-DF4A-BB3B-317557AE18D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9B7D2-E657-4FD8-2C9E-C81A19242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D071A-A743-B8FB-131D-28FCB382D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686B-6F42-CF44-A163-6AD3DDF1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52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8039-EEB5-EDAF-A753-0AC0213CE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56652-F807-E62B-2DE7-1DB799E9C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D98B6-AFF7-CDB9-A003-B370D4143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C54DB-685D-DF4A-BB3B-317557AE18D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26D92-9A68-4DBA-C448-419977FCB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5134E-5627-324E-461B-DAFC2A6D9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686B-6F42-CF44-A163-6AD3DDF1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3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AF1421-965F-E54B-7CBB-B7C432BD5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93B94-123E-C06E-3798-FBED45593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79C0F-3D82-5BD3-0AA3-BDE6940B1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C54DB-685D-DF4A-BB3B-317557AE18D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54408-2C1C-EC4E-046E-8DDB9749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47011-6B31-01EA-4B98-DC2EB016C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686B-6F42-CF44-A163-6AD3DDF1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4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028134-D82E-43A9-6955-5A517C762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C10AF-CCBC-2736-B611-C4DC2D79A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91929-0E85-C531-8EFD-11151CC467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0C54DB-685D-DF4A-BB3B-317557AE18D2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1A5A0-FC37-1015-ED0D-D4FB7A743F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6BD1A-7987-F19B-EB07-A8444AC7C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3686B-6F42-CF44-A163-6AD3DDF1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79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FFBDAB3-662D-F581-016E-2536956457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075A6-A393-AAAB-2AFD-6F628C4FBA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" y="-2297"/>
            <a:ext cx="121919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1"/>
                </a:solidFill>
              </a:rPr>
              <a:t>Latent Traversal Judgement Study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E5A08D-7FEA-C07C-88B8-10DFD61012D1}"/>
              </a:ext>
            </a:extLst>
          </p:cNvPr>
          <p:cNvSpPr/>
          <p:nvPr/>
        </p:nvSpPr>
        <p:spPr>
          <a:xfrm>
            <a:off x="5367337" y="3169914"/>
            <a:ext cx="1457325" cy="25909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rogress bar with a blue dot&#10;&#10;Description automatically generated">
            <a:extLst>
              <a:ext uri="{FF2B5EF4-FFF2-40B4-BE49-F238E27FC236}">
                <a16:creationId xmlns:a16="http://schemas.microsoft.com/office/drawing/2014/main" id="{74A0A5D8-2531-D60E-0654-85B023A563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98" t="19926" r="26102" b="22415"/>
          <a:stretch/>
        </p:blipFill>
        <p:spPr>
          <a:xfrm>
            <a:off x="476465" y="1419208"/>
            <a:ext cx="5031237" cy="3752877"/>
          </a:xfrm>
          <a:prstGeom prst="rect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2E5F108-767B-142E-A738-2A341BD6E311}"/>
              </a:ext>
            </a:extLst>
          </p:cNvPr>
          <p:cNvSpPr/>
          <p:nvPr/>
        </p:nvSpPr>
        <p:spPr>
          <a:xfrm>
            <a:off x="6684300" y="1419208"/>
            <a:ext cx="5031237" cy="375287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44212A-11F4-1B12-F707-7F80E5CA528C}"/>
              </a:ext>
            </a:extLst>
          </p:cNvPr>
          <p:cNvSpPr txBox="1"/>
          <p:nvPr/>
        </p:nvSpPr>
        <p:spPr>
          <a:xfrm>
            <a:off x="6684300" y="5923397"/>
            <a:ext cx="5031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Judgement Response</a:t>
            </a:r>
          </a:p>
          <a:p>
            <a:pPr algn="ctr"/>
            <a:r>
              <a:rPr lang="en-US" sz="2400" dirty="0"/>
              <a:t>Up to 60 seconds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A670F4-2A96-C473-DC0A-D35AB52767A5}"/>
              </a:ext>
            </a:extLst>
          </p:cNvPr>
          <p:cNvSpPr txBox="1"/>
          <p:nvPr/>
        </p:nvSpPr>
        <p:spPr>
          <a:xfrm>
            <a:off x="628866" y="5923397"/>
            <a:ext cx="5031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ITI (Progress Bar)</a:t>
            </a:r>
          </a:p>
          <a:p>
            <a:pPr algn="ctr"/>
            <a:r>
              <a:rPr lang="en-US" sz="2400" dirty="0"/>
              <a:t>2 seconds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525FB4-CFF2-1AAA-21DE-EF649F545A71}"/>
              </a:ext>
            </a:extLst>
          </p:cNvPr>
          <p:cNvSpPr/>
          <p:nvPr/>
        </p:nvSpPr>
        <p:spPr>
          <a:xfrm>
            <a:off x="6988151" y="3198490"/>
            <a:ext cx="4457700" cy="9220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2A95D98-6721-A966-B982-6DC0E68A3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2057" y="4553019"/>
            <a:ext cx="425025" cy="303589"/>
          </a:xfrm>
          <a:prstGeom prst="rect">
            <a:avLst/>
          </a:prstGeom>
        </p:spPr>
      </p:pic>
      <p:pic>
        <p:nvPicPr>
          <p:cNvPr id="21" name="Picture 20" descr="A black stopwatch with a number&#10;&#10;Description automatically generated">
            <a:extLst>
              <a:ext uri="{FF2B5EF4-FFF2-40B4-BE49-F238E27FC236}">
                <a16:creationId xmlns:a16="http://schemas.microsoft.com/office/drawing/2014/main" id="{3517231D-83BF-8957-B58D-420E2FD2E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6802" y="4397496"/>
            <a:ext cx="626231" cy="6146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9EDB58B-0E55-D84F-8011-D6D423784CA0}"/>
              </a:ext>
            </a:extLst>
          </p:cNvPr>
          <p:cNvSpPr txBox="1"/>
          <p:nvPr/>
        </p:nvSpPr>
        <p:spPr>
          <a:xfrm>
            <a:off x="6684299" y="1734239"/>
            <a:ext cx="5031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Describe what is different between these images.</a:t>
            </a:r>
          </a:p>
        </p:txBody>
      </p:sp>
      <p:pic>
        <p:nvPicPr>
          <p:cNvPr id="18" name="Picture 17" descr="A white car with a black tire&#10;&#10;Description automatically generated">
            <a:extLst>
              <a:ext uri="{FF2B5EF4-FFF2-40B4-BE49-F238E27FC236}">
                <a16:creationId xmlns:a16="http://schemas.microsoft.com/office/drawing/2014/main" id="{8F0E06FD-9CA4-F84F-4DA2-1439F61117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919" y="2351064"/>
            <a:ext cx="1675864" cy="685800"/>
          </a:xfrm>
          <a:prstGeom prst="rect">
            <a:avLst/>
          </a:prstGeom>
        </p:spPr>
      </p:pic>
      <p:pic>
        <p:nvPicPr>
          <p:cNvPr id="22" name="Picture 21" descr="A close up of a car&#10;&#10;Description automatically generated">
            <a:extLst>
              <a:ext uri="{FF2B5EF4-FFF2-40B4-BE49-F238E27FC236}">
                <a16:creationId xmlns:a16="http://schemas.microsoft.com/office/drawing/2014/main" id="{06064C2D-8976-F85E-58D9-30A12F2D47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8449" y="2351064"/>
            <a:ext cx="1675864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552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25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Eum, Brenden</dc:creator>
  <cp:lastModifiedBy>Eum, Brenden</cp:lastModifiedBy>
  <cp:revision>3</cp:revision>
  <dcterms:created xsi:type="dcterms:W3CDTF">2025-04-24T21:10:16Z</dcterms:created>
  <dcterms:modified xsi:type="dcterms:W3CDTF">2025-04-24T21:42:48Z</dcterms:modified>
</cp:coreProperties>
</file>