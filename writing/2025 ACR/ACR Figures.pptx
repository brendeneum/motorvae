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3"/>
  </p:normalViewPr>
  <p:slideViewPr>
    <p:cSldViewPr snapToGrid="0">
      <p:cViewPr varScale="1">
        <p:scale>
          <a:sx n="96" d="100"/>
          <a:sy n="96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06443-1E81-7C42-8A55-AD17C7B962CE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F9AE-9F55-B445-B7C2-9DFB73C49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847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06443-1E81-7C42-8A55-AD17C7B962CE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F9AE-9F55-B445-B7C2-9DFB73C49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32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06443-1E81-7C42-8A55-AD17C7B962CE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F9AE-9F55-B445-B7C2-9DFB73C49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124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06443-1E81-7C42-8A55-AD17C7B962CE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F9AE-9F55-B445-B7C2-9DFB73C49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33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06443-1E81-7C42-8A55-AD17C7B962CE}" type="datetimeFigureOut">
              <a:rPr lang="en-US" smtClean="0"/>
              <a:t>3/17/25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F9AE-9F55-B445-B7C2-9DFB73C49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37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06443-1E81-7C42-8A55-AD17C7B962CE}" type="datetimeFigureOut">
              <a:rPr lang="en-US" smtClean="0"/>
              <a:t>3/17/25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F9AE-9F55-B445-B7C2-9DFB73C49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5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06443-1E81-7C42-8A55-AD17C7B962CE}" type="datetimeFigureOut">
              <a:rPr lang="en-US" smtClean="0"/>
              <a:t>3/17/25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F9AE-9F55-B445-B7C2-9DFB73C49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53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06443-1E81-7C42-8A55-AD17C7B962CE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F9AE-9F55-B445-B7C2-9DFB73C49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51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06443-1E81-7C42-8A55-AD17C7B962CE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F9AE-9F55-B445-B7C2-9DFB73C49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30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06443-1E81-7C42-8A55-AD17C7B962CE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F9AE-9F55-B445-B7C2-9DFB73C49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228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06443-1E81-7C42-8A55-AD17C7B962CE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F9AE-9F55-B445-B7C2-9DFB73C49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4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D06443-1E81-7C42-8A55-AD17C7B962CE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B4F9AE-9F55-B445-B7C2-9DFB73C49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002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Image with solid fill">
            <a:extLst>
              <a:ext uri="{FF2B5EF4-FFF2-40B4-BE49-F238E27FC236}">
                <a16:creationId xmlns:a16="http://schemas.microsoft.com/office/drawing/2014/main" id="{74F77503-8D8F-207F-688D-5F876E8F3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252" y="376304"/>
            <a:ext cx="2140634" cy="214063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53E9519-2EAD-143B-E0A6-3B8E79282812}"/>
              </a:ext>
            </a:extLst>
          </p:cNvPr>
          <p:cNvCxnSpPr>
            <a:cxnSpLocks/>
          </p:cNvCxnSpPr>
          <p:nvPr/>
        </p:nvCxnSpPr>
        <p:spPr>
          <a:xfrm>
            <a:off x="2026413" y="1446621"/>
            <a:ext cx="75965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eft Bracket 5">
            <a:extLst>
              <a:ext uri="{FF2B5EF4-FFF2-40B4-BE49-F238E27FC236}">
                <a16:creationId xmlns:a16="http://schemas.microsoft.com/office/drawing/2014/main" id="{CFCDE2EF-EEFF-BB45-D2C1-96FA87152D22}"/>
              </a:ext>
            </a:extLst>
          </p:cNvPr>
          <p:cNvSpPr/>
          <p:nvPr/>
        </p:nvSpPr>
        <p:spPr>
          <a:xfrm>
            <a:off x="3013848" y="674911"/>
            <a:ext cx="101045" cy="1543420"/>
          </a:xfrm>
          <a:prstGeom prst="leftBracket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ket 6">
            <a:extLst>
              <a:ext uri="{FF2B5EF4-FFF2-40B4-BE49-F238E27FC236}">
                <a16:creationId xmlns:a16="http://schemas.microsoft.com/office/drawing/2014/main" id="{A07A02C0-25C8-7C40-D1B7-8031C88CD9E5}"/>
              </a:ext>
            </a:extLst>
          </p:cNvPr>
          <p:cNvSpPr/>
          <p:nvPr/>
        </p:nvSpPr>
        <p:spPr>
          <a:xfrm rot="10800000">
            <a:off x="3488590" y="674911"/>
            <a:ext cx="101045" cy="1543420"/>
          </a:xfrm>
          <a:prstGeom prst="leftBracket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2BEC11-7CEF-E8B5-CF51-5E36A854ADEA}"/>
                  </a:ext>
                </a:extLst>
              </p:cNvPr>
              <p:cNvSpPr txBox="1"/>
              <p:nvPr/>
            </p:nvSpPr>
            <p:spPr>
              <a:xfrm>
                <a:off x="3011621" y="1154236"/>
                <a:ext cx="68931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2BEC11-7CEF-E8B5-CF51-5E36A854A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621" y="1154236"/>
                <a:ext cx="68931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Graphic 25" descr="Upward trend with solid fill">
            <a:extLst>
              <a:ext uri="{FF2B5EF4-FFF2-40B4-BE49-F238E27FC236}">
                <a16:creationId xmlns:a16="http://schemas.microsoft.com/office/drawing/2014/main" id="{A70BEB6D-09AF-8CF3-D51B-D64908D3E8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07823" y="120189"/>
            <a:ext cx="2652862" cy="2652862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8AE98E9-A134-55F0-655C-06BC220700E9}"/>
              </a:ext>
            </a:extLst>
          </p:cNvPr>
          <p:cNvCxnSpPr>
            <a:cxnSpLocks/>
          </p:cNvCxnSpPr>
          <p:nvPr/>
        </p:nvCxnSpPr>
        <p:spPr>
          <a:xfrm flipV="1">
            <a:off x="3788157" y="1446621"/>
            <a:ext cx="4409898" cy="1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83ABE48-42A2-1519-32BD-7DAE9E4A38B4}"/>
              </a:ext>
            </a:extLst>
          </p:cNvPr>
          <p:cNvGrpSpPr/>
          <p:nvPr/>
        </p:nvGrpSpPr>
        <p:grpSpPr>
          <a:xfrm>
            <a:off x="4411609" y="2231223"/>
            <a:ext cx="3211295" cy="3211295"/>
            <a:chOff x="4852644" y="1821004"/>
            <a:chExt cx="3211295" cy="3211295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9445A63-E4D9-E574-1546-B96B59412F3F}"/>
                </a:ext>
              </a:extLst>
            </p:cNvPr>
            <p:cNvGrpSpPr/>
            <p:nvPr/>
          </p:nvGrpSpPr>
          <p:grpSpPr>
            <a:xfrm>
              <a:off x="4852644" y="1821004"/>
              <a:ext cx="3211295" cy="3211295"/>
              <a:chOff x="4852644" y="1821004"/>
              <a:chExt cx="3211295" cy="3211295"/>
            </a:xfrm>
          </p:grpSpPr>
          <p:pic>
            <p:nvPicPr>
              <p:cNvPr id="39" name="Graphic 38" descr="Right And Left Brain with solid fill">
                <a:extLst>
                  <a:ext uri="{FF2B5EF4-FFF2-40B4-BE49-F238E27FC236}">
                    <a16:creationId xmlns:a16="http://schemas.microsoft.com/office/drawing/2014/main" id="{6788055A-AE74-C3C3-644B-F446EEC938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852644" y="1821004"/>
                <a:ext cx="3211295" cy="3211295"/>
              </a:xfrm>
              <a:prstGeom prst="rect">
                <a:avLst/>
              </a:prstGeom>
            </p:spPr>
          </p:pic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A931CDE6-39B0-B9B6-B4C5-151D0EE89D26}"/>
                  </a:ext>
                </a:extLst>
              </p:cNvPr>
              <p:cNvSpPr/>
              <p:nvPr/>
            </p:nvSpPr>
            <p:spPr>
              <a:xfrm>
                <a:off x="5437632" y="3414346"/>
                <a:ext cx="658368" cy="60901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12BF651C-AB2E-F8D0-2389-1FDBBF5A1F21}"/>
                  </a:ext>
                </a:extLst>
              </p:cNvPr>
              <p:cNvSpPr/>
              <p:nvPr/>
            </p:nvSpPr>
            <p:spPr>
              <a:xfrm>
                <a:off x="5580353" y="2817637"/>
                <a:ext cx="658368" cy="60901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190326E-B079-4CE9-57CB-94E8AF78B297}"/>
                  </a:ext>
                </a:extLst>
              </p:cNvPr>
              <p:cNvSpPr/>
              <p:nvPr/>
            </p:nvSpPr>
            <p:spPr>
              <a:xfrm>
                <a:off x="6710685" y="3122144"/>
                <a:ext cx="658368" cy="70614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7" name="Graphic 36" descr="Woman with solid fill">
              <a:extLst>
                <a:ext uri="{FF2B5EF4-FFF2-40B4-BE49-F238E27FC236}">
                  <a16:creationId xmlns:a16="http://schemas.microsoft.com/office/drawing/2014/main" id="{2A9615A4-D898-3683-ABB6-3C8C0989F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622702" y="3097796"/>
              <a:ext cx="771813" cy="771813"/>
            </a:xfrm>
            <a:prstGeom prst="rect">
              <a:avLst/>
            </a:prstGeom>
          </p:spPr>
        </p:pic>
        <p:pic>
          <p:nvPicPr>
            <p:cNvPr id="38" name="Graphic 37" descr="Group of women with solid fill">
              <a:extLst>
                <a:ext uri="{FF2B5EF4-FFF2-40B4-BE49-F238E27FC236}">
                  <a16:creationId xmlns:a16="http://schemas.microsoft.com/office/drawing/2014/main" id="{88751BED-82DE-F184-F3A7-1334652A0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415753" y="3026435"/>
              <a:ext cx="914534" cy="914534"/>
            </a:xfrm>
            <a:prstGeom prst="rect">
              <a:avLst/>
            </a:prstGeom>
          </p:spPr>
        </p:pic>
      </p:grpSp>
      <p:pic>
        <p:nvPicPr>
          <p:cNvPr id="43" name="Graphic 42" descr="Upward trend with solid fill">
            <a:extLst>
              <a:ext uri="{FF2B5EF4-FFF2-40B4-BE49-F238E27FC236}">
                <a16:creationId xmlns:a16="http://schemas.microsoft.com/office/drawing/2014/main" id="{43BD87FB-3109-5C86-51E4-946D9FA0D0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07823" y="2722469"/>
            <a:ext cx="2652862" cy="2652862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D9FEB1B-9D20-58D3-44C8-F8E9D562FD91}"/>
              </a:ext>
            </a:extLst>
          </p:cNvPr>
          <p:cNvCxnSpPr>
            <a:cxnSpLocks/>
          </p:cNvCxnSpPr>
          <p:nvPr/>
        </p:nvCxnSpPr>
        <p:spPr>
          <a:xfrm>
            <a:off x="7438399" y="4048900"/>
            <a:ext cx="759656" cy="0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Graphic 45" descr="Image with solid fill">
            <a:extLst>
              <a:ext uri="{FF2B5EF4-FFF2-40B4-BE49-F238E27FC236}">
                <a16:creationId xmlns:a16="http://schemas.microsoft.com/office/drawing/2014/main" id="{78AE92E8-F8E2-7B30-883D-9B520DC8B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252" y="5559850"/>
            <a:ext cx="2140634" cy="2140634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56DA050-C023-157F-3ABD-B4FDACB5F920}"/>
              </a:ext>
            </a:extLst>
          </p:cNvPr>
          <p:cNvCxnSpPr>
            <a:cxnSpLocks/>
          </p:cNvCxnSpPr>
          <p:nvPr/>
        </p:nvCxnSpPr>
        <p:spPr>
          <a:xfrm>
            <a:off x="2026413" y="6630167"/>
            <a:ext cx="75965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Left Bracket 47">
            <a:extLst>
              <a:ext uri="{FF2B5EF4-FFF2-40B4-BE49-F238E27FC236}">
                <a16:creationId xmlns:a16="http://schemas.microsoft.com/office/drawing/2014/main" id="{36C9431F-4575-2713-6AF6-7F707C604EEC}"/>
              </a:ext>
            </a:extLst>
          </p:cNvPr>
          <p:cNvSpPr/>
          <p:nvPr/>
        </p:nvSpPr>
        <p:spPr>
          <a:xfrm>
            <a:off x="3013848" y="5858457"/>
            <a:ext cx="101045" cy="1543420"/>
          </a:xfrm>
          <a:prstGeom prst="leftBracket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Left Bracket 48">
            <a:extLst>
              <a:ext uri="{FF2B5EF4-FFF2-40B4-BE49-F238E27FC236}">
                <a16:creationId xmlns:a16="http://schemas.microsoft.com/office/drawing/2014/main" id="{E58BA0B3-3119-3D5C-0C52-0062B57531D8}"/>
              </a:ext>
            </a:extLst>
          </p:cNvPr>
          <p:cNvSpPr/>
          <p:nvPr/>
        </p:nvSpPr>
        <p:spPr>
          <a:xfrm rot="10800000">
            <a:off x="3488590" y="5858457"/>
            <a:ext cx="101045" cy="1543420"/>
          </a:xfrm>
          <a:prstGeom prst="leftBracket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D2EA40F-B36C-F81E-04C6-962828C621E4}"/>
                  </a:ext>
                </a:extLst>
              </p:cNvPr>
              <p:cNvSpPr txBox="1"/>
              <p:nvPr/>
            </p:nvSpPr>
            <p:spPr>
              <a:xfrm>
                <a:off x="3011621" y="6337782"/>
                <a:ext cx="68931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D2EA40F-B36C-F81E-04C6-962828C62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621" y="6337782"/>
                <a:ext cx="689317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5B9EB816-62DE-A84C-E3EE-9984A8B67760}"/>
              </a:ext>
            </a:extLst>
          </p:cNvPr>
          <p:cNvGrpSpPr/>
          <p:nvPr/>
        </p:nvGrpSpPr>
        <p:grpSpPr>
          <a:xfrm>
            <a:off x="4411609" y="5157041"/>
            <a:ext cx="3211295" cy="3211295"/>
            <a:chOff x="4852644" y="1821004"/>
            <a:chExt cx="3211295" cy="3211295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C43AA37-41E0-C1BE-CDF2-44A9AC628EE0}"/>
                </a:ext>
              </a:extLst>
            </p:cNvPr>
            <p:cNvGrpSpPr/>
            <p:nvPr/>
          </p:nvGrpSpPr>
          <p:grpSpPr>
            <a:xfrm>
              <a:off x="4852644" y="1821004"/>
              <a:ext cx="3211295" cy="3211295"/>
              <a:chOff x="4852644" y="1821004"/>
              <a:chExt cx="3211295" cy="3211295"/>
            </a:xfrm>
          </p:grpSpPr>
          <p:pic>
            <p:nvPicPr>
              <p:cNvPr id="55" name="Graphic 54" descr="Right And Left Brain with solid fill">
                <a:extLst>
                  <a:ext uri="{FF2B5EF4-FFF2-40B4-BE49-F238E27FC236}">
                    <a16:creationId xmlns:a16="http://schemas.microsoft.com/office/drawing/2014/main" id="{1EABA2ED-FCAC-67A6-B3A5-6830713E93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852644" y="1821004"/>
                <a:ext cx="3211295" cy="3211295"/>
              </a:xfrm>
              <a:prstGeom prst="rect">
                <a:avLst/>
              </a:prstGeom>
            </p:spPr>
          </p:pic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BAF2DACD-B338-2A24-216F-D86BAE93C2C4}"/>
                  </a:ext>
                </a:extLst>
              </p:cNvPr>
              <p:cNvSpPr/>
              <p:nvPr/>
            </p:nvSpPr>
            <p:spPr>
              <a:xfrm>
                <a:off x="5437632" y="3414346"/>
                <a:ext cx="658368" cy="60901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449BCF45-CC64-74D4-6625-9836CE3A0817}"/>
                  </a:ext>
                </a:extLst>
              </p:cNvPr>
              <p:cNvSpPr/>
              <p:nvPr/>
            </p:nvSpPr>
            <p:spPr>
              <a:xfrm>
                <a:off x="5580353" y="2817637"/>
                <a:ext cx="658368" cy="60901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594B3346-A4DA-FA97-80AC-8448917C9CAB}"/>
                  </a:ext>
                </a:extLst>
              </p:cNvPr>
              <p:cNvSpPr/>
              <p:nvPr/>
            </p:nvSpPr>
            <p:spPr>
              <a:xfrm>
                <a:off x="6710685" y="3122144"/>
                <a:ext cx="658368" cy="70614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3" name="Graphic 52" descr="Woman with solid fill">
              <a:extLst>
                <a:ext uri="{FF2B5EF4-FFF2-40B4-BE49-F238E27FC236}">
                  <a16:creationId xmlns:a16="http://schemas.microsoft.com/office/drawing/2014/main" id="{E845B6B3-E553-0F83-3E97-198F0C76B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622702" y="3097796"/>
              <a:ext cx="771813" cy="771813"/>
            </a:xfrm>
            <a:prstGeom prst="rect">
              <a:avLst/>
            </a:prstGeom>
          </p:spPr>
        </p:pic>
        <p:pic>
          <p:nvPicPr>
            <p:cNvPr id="54" name="Graphic 53" descr="Group of women with solid fill">
              <a:extLst>
                <a:ext uri="{FF2B5EF4-FFF2-40B4-BE49-F238E27FC236}">
                  <a16:creationId xmlns:a16="http://schemas.microsoft.com/office/drawing/2014/main" id="{1D971D84-5D90-971A-0A96-B712B3A78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415753" y="3026435"/>
              <a:ext cx="914534" cy="914534"/>
            </a:xfrm>
            <a:prstGeom prst="rect">
              <a:avLst/>
            </a:prstGeom>
          </p:spPr>
        </p:pic>
      </p:grpSp>
      <p:pic>
        <p:nvPicPr>
          <p:cNvPr id="59" name="Graphic 58" descr="Upward trend with solid fill">
            <a:extLst>
              <a:ext uri="{FF2B5EF4-FFF2-40B4-BE49-F238E27FC236}">
                <a16:creationId xmlns:a16="http://schemas.microsoft.com/office/drawing/2014/main" id="{9C397EE2-B3BE-19AD-0206-BE2CDFC25C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07823" y="5303735"/>
            <a:ext cx="2652862" cy="2652862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ADA3552-508F-3440-7B47-FFE3E68FF78F}"/>
              </a:ext>
            </a:extLst>
          </p:cNvPr>
          <p:cNvCxnSpPr>
            <a:cxnSpLocks/>
          </p:cNvCxnSpPr>
          <p:nvPr/>
        </p:nvCxnSpPr>
        <p:spPr>
          <a:xfrm>
            <a:off x="3788157" y="6630167"/>
            <a:ext cx="75965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8013F7D-0A95-4128-7129-049C1E3B6EB6}"/>
              </a:ext>
            </a:extLst>
          </p:cNvPr>
          <p:cNvCxnSpPr>
            <a:cxnSpLocks/>
          </p:cNvCxnSpPr>
          <p:nvPr/>
        </p:nvCxnSpPr>
        <p:spPr>
          <a:xfrm>
            <a:off x="7438399" y="6630166"/>
            <a:ext cx="759656" cy="0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52E18F7-3AD9-7366-6BF0-AC7FF8D29C50}"/>
              </a:ext>
            </a:extLst>
          </p:cNvPr>
          <p:cNvSpPr txBox="1"/>
          <p:nvPr/>
        </p:nvSpPr>
        <p:spPr>
          <a:xfrm>
            <a:off x="10619831" y="1148561"/>
            <a:ext cx="38579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Marketing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CFC7121-A52B-17CA-B883-EA7412B5EBC4}"/>
              </a:ext>
            </a:extLst>
          </p:cNvPr>
          <p:cNvSpPr txBox="1"/>
          <p:nvPr/>
        </p:nvSpPr>
        <p:spPr>
          <a:xfrm>
            <a:off x="10619831" y="3725693"/>
            <a:ext cx="39955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Neuroforecasting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4090297-F34B-8F8F-E61F-68CD4C9B790D}"/>
              </a:ext>
            </a:extLst>
          </p:cNvPr>
          <p:cNvSpPr txBox="1"/>
          <p:nvPr/>
        </p:nvSpPr>
        <p:spPr>
          <a:xfrm>
            <a:off x="10593586" y="6332106"/>
            <a:ext cx="39955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Proposed</a:t>
            </a:r>
          </a:p>
        </p:txBody>
      </p:sp>
    </p:spTree>
    <p:extLst>
      <p:ext uri="{BB962C8B-B14F-4D97-AF65-F5344CB8AC3E}">
        <p14:creationId xmlns:p14="http://schemas.microsoft.com/office/powerpoint/2010/main" val="2196569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5</Words>
  <Application>Microsoft Macintosh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Eum, Brenden</dc:creator>
  <cp:lastModifiedBy>Eum, Brenden</cp:lastModifiedBy>
  <cp:revision>6</cp:revision>
  <dcterms:created xsi:type="dcterms:W3CDTF">2025-03-17T19:10:09Z</dcterms:created>
  <dcterms:modified xsi:type="dcterms:W3CDTF">2025-03-17T19:29:09Z</dcterms:modified>
</cp:coreProperties>
</file>